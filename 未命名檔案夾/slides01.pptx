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蘇國瑞老師社會科公開課：第一組與第二組小組學習共同體 (SLC) 課例研究分析報告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503228"/>
                </a:solidFill>
                <a:latin typeface="Microsoft JhengHei"/>
              </a:defRPr>
            </a:pPr>
            <a:r>
              <a:t>📌 一、前言與分析背景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本分析報告基於國小社會科公開課課堂錄影（第一組與第二組，各約46分鐘）。本研究採用日本佐藤學（Manabu Sato）教授之「學習共同體（Study of Learning Community, SLC）」課例探究法，結合「描述（Description）➔ 詮釋（Interpretation）➔ 反思（Reflection）」三階層分析架構，觀察學生在社會科議題探究（台灣區域發展、歷史文本與地圖閱讀）中的聆聽、互惠合作與伸展跳躍（Stretching/Leap）。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二、第一組（Group 1）SLC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座位與成員配置：4位學生圍坐於併桌（2x2配置，桌面鋪設綠色切割墊）。成員包括：左側戴口罩黑衣女學生、左後白T男學生、右前米灰T男學生、右後藍衣女學生。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學習工具與文本：海報紙、彩色螢幕筆/螢光筆、社會科課本、歷史圖表筆記本。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互動時間序列觀課紀錄：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摸索與確立主筆】：小組領取海報紙與題目。右前米灰T男生主動拿起畫筆在大海報上記錄，左側黑衣女生單手托腮觀看，左後白T男生眼睛緊盯海報。小組形成「單一主筆者、其餘組員傾聽與凝視」的初步分工模式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觀點對話與資料搜尋】：小組討論進入文本對照階段。左側黑衣女生伸出雙手調整桌面上的筆記本與地圖，向米灰T男生提出質疑：「這裡的地形是不是要看第三章的圖？」白T男生雙手交叉置於桌上，向前傾聽並點頭回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整合繪製與伸展挑戰】：小組開始將個人想法整合至大海報。米灰T男生將筆交給左側黑衣女生補充繪製，白T男生負責朗讀課本關鍵字。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從「被動觀看」到「主動介入」的學習轉折：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在小組討論初期（05m），左側黑衣女生呈現托腮姿勢，看似處於邊緣化狀態；然而當遇到地圖標示與文本概念不符時，她主動動手翻閱筆記並向主筆者提出意見（25m），顯示其「托腮」並非心不在焉，而是處於「沉思型聆聽（Contemplative Listening）」狀態。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互惠學習（Reciprocity）的展現：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組內並未出現強勢主導或排他現象。米灰T學生雖為主要記錄者，但樂於聽取組員意見並讓出畫筆，展現「讓位給同伴（Yielding）」的互惠素養。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伸展跳躍（Leap of Learning）不足點：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第一組雖然分工順暢，但討論層次多停留於「事實搬運（複製課本文字與地圖）」，對於「為什麼當地會發展出此種聚落/產業」的因果推論較少伸展討論。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教師介入與引導策略：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建議教師在巡視至第一組時，可拋出提問：「如果這裡地形改變了，那當時的人們會怎麼選擇？」引發同儕間更深層的認知衝突與辯證。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三、第二組（Group 2）SLC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座位與成員配置：4位學生圍坐。成員包括：前側戴黑口罩灰T男學生、左側黑衣女學生、後側藍衣男學生、右側戴黃口罩長髮女學生。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學習工具與文本：大海報紙、立體修正帶、社會筆記、古地圖與水利工程參考資料（後方螢幕同步投影歷史圖表）。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互動時間序列觀課紀錄：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議題聚焦與工具準備】：右側長髮女學生手持立可帶與彩色筆，率先將學習單定位於桌面中央。前側灰T男生向前傾，指著學習單上的題目與左側黑衣女學生討論。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深度傾聽與眼神交會】：後側藍衣男生雙手合十靠在桌上，目不轉睛地凝視發言中的灰T男生與長髮女生。當灰T男生提出對古地圖河流走向的疑惑時，長髮女生托腮思考後，用筆尖指向課本資料回應：「你看這條線是舊河道。」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協同解題與共識形成】：全組四人身體皆微向前傾，呈現高度聚攏的「學習圓環（Learning Ring）」。組員間彼此補足句尾，共同完成學習單的推論題。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高品質的「傾聽關係（Listening Relationship）」：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第二組展現了極佳的學習共同體文化。特別是後側藍衣男生與右側長髮女生，其身體語言（前傾、雙手合十、眼神注視）傳遞出強烈的「我在聽你說（I am listening to you）」的安心感，這使得發言較害羞的灰T男生能夠放心地表達未成熟的想法。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同儕間的「微輔導（Scaffolding）」機制：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長髮女學生扮演了自然的鷹架提供者，她不是直接給答案，而是透過「指向資料」引導組員自行發現盲點，達成了「協同學習（Collaborative Learning）」的精神。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亮點與成功要素：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第二組是「安心學習氛圍」的典型範例。學生不怕說錯，同伴不會嘲笑，發言後有立即的真誠回應。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進一步提升建議：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可鼓勵第二組將討論成果轉化為「比較架構」，例如「昔日與今日的對比」，讓小組的思考層次從「單一聚落分析」提升至「跨時空比較」。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四、第一組 vs. 第二組 SLC 綜合比較矩陣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| 分析維度 | 第一組（Group 1） | 第二組（Group 2） |</a:t>
            </a:r>
          </a:p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| :--- | :--- | :--- |</a:t>
            </a:r>
          </a:p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| 小組氛圍 | 和諧、分工明確、專注任務 | 高度互惠、安心傾聽、共構思考 |</a:t>
            </a:r>
          </a:p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| 互動模式 | 主筆者 + 輔助者（單點輻射型） | 全員前傾 + 眼神對焦（圓環網絡型） 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四、第一組 vs. 第二組 SLC 綜合比較矩陣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| 傾聽品質 | 沉思型傾聽（靜態配合） | 互動型傾聽（即時回應與眼神交會） |</a:t>
            </a:r>
          </a:p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| 思考深度 | 事實整理與資料謄寫（基礎層） | 因果推論與文本對照（伸展層） |</a:t>
            </a:r>
          </a:p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| 教學建議 | 需加入高階提問推動伸展跳躍 | 增強跨時空比較與系統化發表 |</a:t>
            </a:r>
          </a:p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🎨 五、視覺配色風格說明（粉彩柔和教育風 - Pastel）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依據使用者選擇之 粉彩柔和教育風（Pastel） 主題，本簡報採用：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背景配色：暖白/淡乳白 (#FDFBF7)，提供溫和無壓力的閱讀視野。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標題配色：暖深褐/松木棕 (#4A3B32)，展現人文與暖心質感。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內文配色：柔黑/石墨灰 (#2C2C2C)，保證清晰可讀性。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視覺插圖：內嵌 16:9 高質感手繪風格繪本插圖（`slide_1.png` &amp; `slide_2.png`），完美契合學習共同體溫潤傾聽的教學哲學。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